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2266-D17F-421A-9A1D-A0DFB3C81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BBE9C-F8AE-8CC2-8FF7-E2E19A6AC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1E34-3114-C50D-C201-991191FD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F775A-72B7-98D5-3677-12E50C4E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E8729-C123-7719-4708-13480DD1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1703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68AE-5525-9085-A21E-535086FF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FBB4-1EC8-B8DF-DB52-595748AFB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C2C67-C9F9-B157-744A-0BC1AADE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8BE42-A7BF-8200-6F62-55DF6A83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A74C-1FC1-CECE-8EE6-4CFBA869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5506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09E8-BB90-37F4-35EB-3B4299CB5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F4282-4A74-BB47-DD2D-0CDA59738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C8003-F69B-57A1-47AB-565EF0E1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5D766-DBCC-38AA-D978-46668AFB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203E5-A021-BEE0-2701-66DD18E5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2167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1103-27FE-F0F3-BEA3-D76936BE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B7071-3722-D60B-B4E3-05719C03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3D3E6-1A84-2AC7-62E5-F23487D0B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0D642-95D9-6F2A-984F-FFBB8920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7A217-3F56-19B4-CBDA-26AB492C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24206-6EFF-F09C-6E3A-7DEDE044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31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D575-69CA-AEDF-6694-63C6EFEE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1B37-E716-6F23-9B9E-7DF5A139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63B09-1603-D556-C788-C93ADF226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7CE04-2CE1-6900-9532-945B40AB0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4C870-31CA-8923-5E6D-09125509D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184D8-2EE0-E078-598E-E394B7F5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4ED95-07FB-251B-F8F1-E8BD5F28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E9B67-5D8E-C7C5-7ACB-69E6A914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742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E847-8627-88A1-575F-02CC56253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D37F8-A130-71C9-ABA9-2739C38F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0BB32-8B76-0458-BB3B-9757D2DD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FAC32-B808-0701-BD6D-836BEFD2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103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EB13C-0477-6493-646E-F02AF0D0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7FAF0-9C0F-95C3-5919-303E9867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28EDA-5B6F-1E7C-D81C-642B8118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920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3B8A-705A-2994-B08B-7606DD34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5BF5-586D-7339-1172-25ED34E87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70A51-D9AC-1C5F-7BA6-237A6750D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8C9B5-BC94-F003-968E-F638A96B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4F41F-78B3-A65E-4BD4-EE3DA73D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9E90C-BD60-7E4D-B85B-B0FBD6A4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17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243B-56B5-74F7-7975-9BA3BDB3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1EF5B-B698-1A26-BAF6-0BEDEE2D6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CDDD6-AC82-4684-6CD2-2EB873083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AD032-2C62-42D0-2559-7AF407ED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579DA-F80D-A5C6-DE2C-E04F3E68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9A526-C46F-D7A0-1E14-62CFE656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1736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5009-6F8A-86C1-218F-11D80076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6E862-C5C6-83AD-F04B-7E27C4E29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B193-5AF5-D6FE-7630-DAF50B5A2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32B4D-8E72-4A96-ACEC-393DF17A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10226-436D-0683-2E51-A184C172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0498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D7BC-5DAC-B45A-F12A-E95773159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A9D1A-70F8-DA16-DBBC-43DC16FD0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CC9E-0857-F0FD-FC4C-BC3B6911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0A53F-3D0C-6FD3-ADD1-E0AC66C9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C9465-4D70-4C6C-8575-4A527EBA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4290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B6E26-D8FA-8A1C-3302-36FA926F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A8512-C642-300D-DC39-F2E00F7C7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0E11C-73E3-881B-BD37-E48D81DBA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54CA0-DB8A-4D2E-95F1-16646BD58794}" type="datetimeFigureOut">
              <a:rPr lang="en-SE" smtClean="0"/>
              <a:t>2026-09-16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B9B77-C85C-7581-8620-6A1BCFD79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D284-9125-A26D-FF63-3C0835DCC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03629-0711-46E0-A2C6-2B1AA62D0F6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6190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00E7D-7869-6031-2F2F-855408251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3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5669-91F1-E3CF-9B65-81590045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Versionshantering &amp; </a:t>
            </a:r>
            <a:r>
              <a:rPr lang="en-SE" b="1" dirty="0" err="1"/>
              <a:t>arbetsstruktur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E4747-8BC9-B514-C349-FEBC43FD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Jag, </a:t>
            </a:r>
            <a:r>
              <a:rPr lang="en-SE" b="1" dirty="0"/>
              <a:t>Odia</a:t>
            </a:r>
            <a:r>
              <a:rPr lang="en-SE" dirty="0"/>
              <a:t>, </a:t>
            </a:r>
            <a:r>
              <a:rPr lang="en-SE" dirty="0" err="1"/>
              <a:t>ansvarade</a:t>
            </a:r>
            <a:r>
              <a:rPr lang="en-SE" dirty="0"/>
              <a:t> för </a:t>
            </a:r>
            <a:r>
              <a:rPr lang="en-SE" dirty="0" err="1"/>
              <a:t>att</a:t>
            </a:r>
            <a:r>
              <a:rPr lang="en-SE" dirty="0"/>
              <a:t> </a:t>
            </a:r>
            <a:r>
              <a:rPr lang="en-SE" dirty="0" err="1"/>
              <a:t>skapa</a:t>
            </a:r>
            <a:r>
              <a:rPr lang="en-SE" dirty="0"/>
              <a:t> GitHub‑repot och </a:t>
            </a:r>
            <a:r>
              <a:rPr lang="en-SE" dirty="0" err="1"/>
              <a:t>ge</a:t>
            </a:r>
            <a:r>
              <a:rPr lang="en-SE" dirty="0"/>
              <a:t> </a:t>
            </a:r>
            <a:r>
              <a:rPr lang="en-SE" b="1" dirty="0"/>
              <a:t>Yousef</a:t>
            </a:r>
            <a:r>
              <a:rPr lang="en-SE" dirty="0"/>
              <a:t> och </a:t>
            </a:r>
            <a:r>
              <a:rPr lang="en-SE" b="1" dirty="0"/>
              <a:t>Tugce</a:t>
            </a:r>
            <a:r>
              <a:rPr lang="en-SE" dirty="0"/>
              <a:t> full </a:t>
            </a:r>
            <a:r>
              <a:rPr lang="en-SE" dirty="0" err="1"/>
              <a:t>åtkomst</a:t>
            </a:r>
            <a:r>
              <a:rPr lang="en-SE" dirty="0"/>
              <a:t> </a:t>
            </a:r>
            <a:r>
              <a:rPr lang="en-SE" dirty="0" err="1"/>
              <a:t>så</a:t>
            </a:r>
            <a:r>
              <a:rPr lang="en-SE" dirty="0"/>
              <a:t> </a:t>
            </a:r>
            <a:r>
              <a:rPr lang="en-SE" dirty="0" err="1"/>
              <a:t>att</a:t>
            </a:r>
            <a:r>
              <a:rPr lang="en-SE" dirty="0"/>
              <a:t> alla </a:t>
            </a:r>
            <a:r>
              <a:rPr lang="en-SE" dirty="0" err="1"/>
              <a:t>kunde</a:t>
            </a:r>
            <a:r>
              <a:rPr lang="en-SE" dirty="0"/>
              <a:t> </a:t>
            </a:r>
            <a:r>
              <a:rPr lang="en-SE" b="1" dirty="0" err="1"/>
              <a:t>pusha</a:t>
            </a:r>
            <a:r>
              <a:rPr lang="en-SE" dirty="0"/>
              <a:t> och </a:t>
            </a:r>
            <a:r>
              <a:rPr lang="en-SE" b="1" dirty="0" err="1"/>
              <a:t>pulla</a:t>
            </a:r>
            <a:r>
              <a:rPr lang="en-SE" dirty="0"/>
              <a:t> </a:t>
            </a:r>
            <a:r>
              <a:rPr lang="en-SE" dirty="0" err="1"/>
              <a:t>kod</a:t>
            </a:r>
            <a:r>
              <a:rPr lang="en-SE" dirty="0"/>
              <a:t> </a:t>
            </a:r>
            <a:r>
              <a:rPr lang="en-SE" dirty="0" err="1"/>
              <a:t>utan</a:t>
            </a:r>
            <a:r>
              <a:rPr lang="en-SE" dirty="0"/>
              <a:t> hinder.</a:t>
            </a:r>
          </a:p>
          <a:p>
            <a:r>
              <a:rPr lang="en-SE" dirty="0"/>
              <a:t>Vi </a:t>
            </a:r>
            <a:r>
              <a:rPr lang="en-SE" dirty="0" err="1"/>
              <a:t>satte</a:t>
            </a:r>
            <a:r>
              <a:rPr lang="en-SE" dirty="0"/>
              <a:t> </a:t>
            </a:r>
            <a:r>
              <a:rPr lang="en-SE" dirty="0" err="1"/>
              <a:t>upp</a:t>
            </a:r>
            <a:r>
              <a:rPr lang="en-SE" dirty="0"/>
              <a:t> </a:t>
            </a:r>
            <a:r>
              <a:rPr lang="en-SE" dirty="0" err="1"/>
              <a:t>tre</a:t>
            </a:r>
            <a:r>
              <a:rPr lang="en-SE" dirty="0"/>
              <a:t> separata </a:t>
            </a:r>
            <a:r>
              <a:rPr lang="en-SE" b="1" dirty="0"/>
              <a:t>branches</a:t>
            </a:r>
            <a:r>
              <a:rPr lang="en-SE" dirty="0"/>
              <a:t> för </a:t>
            </a:r>
            <a:r>
              <a:rPr lang="en-SE" dirty="0" err="1"/>
              <a:t>respektive</a:t>
            </a:r>
            <a:r>
              <a:rPr lang="en-SE" dirty="0"/>
              <a:t> del av </a:t>
            </a:r>
            <a:r>
              <a:rPr lang="en-SE" dirty="0" err="1"/>
              <a:t>projektet</a:t>
            </a:r>
            <a:r>
              <a:rPr lang="en-SE" dirty="0"/>
              <a:t>. Var och </a:t>
            </a:r>
            <a:r>
              <a:rPr lang="en-SE" dirty="0" err="1"/>
              <a:t>en</a:t>
            </a:r>
            <a:r>
              <a:rPr lang="en-SE" dirty="0"/>
              <a:t> </a:t>
            </a:r>
            <a:r>
              <a:rPr lang="en-SE" dirty="0" err="1"/>
              <a:t>arbetade</a:t>
            </a:r>
            <a:r>
              <a:rPr lang="en-SE" dirty="0"/>
              <a:t> </a:t>
            </a:r>
            <a:r>
              <a:rPr lang="en-SE" dirty="0" err="1"/>
              <a:t>i</a:t>
            </a:r>
            <a:r>
              <a:rPr lang="en-SE" dirty="0"/>
              <a:t> sin </a:t>
            </a:r>
            <a:r>
              <a:rPr lang="en-SE" dirty="0" err="1"/>
              <a:t>egen</a:t>
            </a:r>
            <a:r>
              <a:rPr lang="en-SE" dirty="0"/>
              <a:t> branch, och </a:t>
            </a:r>
            <a:r>
              <a:rPr lang="en-SE" dirty="0" err="1"/>
              <a:t>när</a:t>
            </a:r>
            <a:r>
              <a:rPr lang="en-SE" dirty="0"/>
              <a:t> </a:t>
            </a:r>
            <a:r>
              <a:rPr lang="en-SE" dirty="0" err="1"/>
              <a:t>respektive</a:t>
            </a:r>
            <a:r>
              <a:rPr lang="en-SE" dirty="0"/>
              <a:t> del var </a:t>
            </a:r>
            <a:r>
              <a:rPr lang="en-SE" dirty="0" err="1"/>
              <a:t>klar</a:t>
            </a:r>
            <a:r>
              <a:rPr lang="en-SE" dirty="0"/>
              <a:t> </a:t>
            </a:r>
            <a:r>
              <a:rPr lang="en-SE" dirty="0" err="1"/>
              <a:t>genomförde</a:t>
            </a:r>
            <a:r>
              <a:rPr lang="en-SE" dirty="0"/>
              <a:t> vi </a:t>
            </a:r>
            <a:r>
              <a:rPr lang="en-SE" b="1" dirty="0"/>
              <a:t>merges</a:t>
            </a:r>
            <a:r>
              <a:rPr lang="en-SE" dirty="0"/>
              <a:t> in </a:t>
            </a:r>
            <a:r>
              <a:rPr lang="en-SE" dirty="0" err="1"/>
              <a:t>i</a:t>
            </a:r>
            <a:r>
              <a:rPr lang="en-SE" dirty="0"/>
              <a:t> main </a:t>
            </a:r>
            <a:r>
              <a:rPr lang="en-SE" dirty="0" err="1"/>
              <a:t>enligt</a:t>
            </a:r>
            <a:r>
              <a:rPr lang="en-SE" dirty="0"/>
              <a:t> god Git‑praxis.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91125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85A8-963E-9DD1-577B-61E07009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C7CA-FEFA-EB01-BD07-3D32E67F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 err="1"/>
              <a:t>Fördelning</a:t>
            </a:r>
            <a:r>
              <a:rPr lang="en-SE" b="1" dirty="0"/>
              <a:t> av </a:t>
            </a:r>
            <a:r>
              <a:rPr lang="en-SE" b="1" dirty="0" err="1"/>
              <a:t>arbetsområden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1B842-5304-DD27-0F6E-BA1E003FA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E" dirty="0"/>
              <a:t>Vi </a:t>
            </a:r>
            <a:r>
              <a:rPr lang="en-SE" dirty="0" err="1"/>
              <a:t>delade</a:t>
            </a:r>
            <a:r>
              <a:rPr lang="en-SE" dirty="0"/>
              <a:t> </a:t>
            </a:r>
            <a:r>
              <a:rPr lang="en-SE" dirty="0" err="1"/>
              <a:t>upp</a:t>
            </a:r>
            <a:r>
              <a:rPr lang="en-SE" dirty="0"/>
              <a:t> </a:t>
            </a:r>
            <a:r>
              <a:rPr lang="en-SE" dirty="0" err="1"/>
              <a:t>webbplatsens</a:t>
            </a:r>
            <a:r>
              <a:rPr lang="en-SE" dirty="0"/>
              <a:t> </a:t>
            </a:r>
            <a:r>
              <a:rPr lang="en-SE" dirty="0" err="1"/>
              <a:t>olika</a:t>
            </a:r>
            <a:r>
              <a:rPr lang="en-SE" dirty="0"/>
              <a:t> </a:t>
            </a:r>
            <a:r>
              <a:rPr lang="en-SE" dirty="0" err="1"/>
              <a:t>sektioner</a:t>
            </a:r>
            <a:r>
              <a:rPr lang="en-SE" dirty="0"/>
              <a:t> </a:t>
            </a:r>
            <a:r>
              <a:rPr lang="en-SE" dirty="0" err="1"/>
              <a:t>så</a:t>
            </a:r>
            <a:r>
              <a:rPr lang="en-SE" dirty="0"/>
              <a:t> </a:t>
            </a:r>
            <a:r>
              <a:rPr lang="en-SE" dirty="0" err="1"/>
              <a:t>att</a:t>
            </a:r>
            <a:r>
              <a:rPr lang="en-SE" dirty="0"/>
              <a:t> </a:t>
            </a:r>
            <a:r>
              <a:rPr lang="en-SE" dirty="0" err="1"/>
              <a:t>varje</a:t>
            </a:r>
            <a:r>
              <a:rPr lang="en-SE" dirty="0"/>
              <a:t> person </a:t>
            </a:r>
            <a:r>
              <a:rPr lang="en-SE" dirty="0" err="1"/>
              <a:t>ansvarade</a:t>
            </a:r>
            <a:r>
              <a:rPr lang="en-SE" dirty="0"/>
              <a:t> för </a:t>
            </a:r>
            <a:r>
              <a:rPr lang="en-SE" dirty="0" err="1"/>
              <a:t>både</a:t>
            </a:r>
            <a:r>
              <a:rPr lang="en-SE" dirty="0"/>
              <a:t> </a:t>
            </a:r>
            <a:r>
              <a:rPr lang="en-SE" b="1" dirty="0"/>
              <a:t>HTML</a:t>
            </a:r>
            <a:r>
              <a:rPr lang="en-SE" dirty="0"/>
              <a:t> och </a:t>
            </a:r>
            <a:r>
              <a:rPr lang="en-SE" b="1" dirty="0"/>
              <a:t>CSS</a:t>
            </a:r>
            <a:r>
              <a:rPr lang="en-SE" dirty="0"/>
              <a:t> </a:t>
            </a:r>
            <a:r>
              <a:rPr lang="en-SE" dirty="0" err="1"/>
              <a:t>inom</a:t>
            </a:r>
            <a:r>
              <a:rPr lang="en-SE" dirty="0"/>
              <a:t> </a:t>
            </a:r>
            <a:r>
              <a:rPr lang="en-SE" dirty="0" err="1"/>
              <a:t>sitt</a:t>
            </a:r>
            <a:r>
              <a:rPr lang="en-SE" dirty="0"/>
              <a:t> </a:t>
            </a:r>
            <a:r>
              <a:rPr lang="en-SE" dirty="0" err="1"/>
              <a:t>område</a:t>
            </a:r>
            <a:r>
              <a:rPr lang="en-SE" dirty="0"/>
              <a:t>:</a:t>
            </a:r>
          </a:p>
          <a:p>
            <a:pPr lvl="0"/>
            <a:r>
              <a:rPr lang="en-SE" b="1" dirty="0"/>
              <a:t>Yousef</a:t>
            </a:r>
            <a:r>
              <a:rPr lang="en-SE" dirty="0"/>
              <a:t> </a:t>
            </a:r>
            <a:r>
              <a:rPr lang="en-SE" dirty="0" err="1"/>
              <a:t>utvecklade</a:t>
            </a:r>
            <a:r>
              <a:rPr lang="en-SE" dirty="0"/>
              <a:t>:</a:t>
            </a:r>
          </a:p>
          <a:p>
            <a:pPr lvl="1"/>
            <a:r>
              <a:rPr lang="en-SE" dirty="0"/>
              <a:t>Hem‑</a:t>
            </a:r>
            <a:r>
              <a:rPr lang="en-SE" dirty="0" err="1"/>
              <a:t>sidan</a:t>
            </a:r>
            <a:endParaRPr lang="en-SE" dirty="0"/>
          </a:p>
          <a:p>
            <a:pPr lvl="1"/>
            <a:r>
              <a:rPr lang="en-SE" dirty="0" err="1"/>
              <a:t>Medlemskap</a:t>
            </a:r>
            <a:endParaRPr lang="en-SE" dirty="0"/>
          </a:p>
          <a:p>
            <a:pPr lvl="1"/>
            <a:r>
              <a:rPr lang="en-SE" dirty="0" err="1"/>
              <a:t>Kontakt</a:t>
            </a:r>
            <a:endParaRPr lang="en-SE" dirty="0"/>
          </a:p>
          <a:p>
            <a:pPr lvl="0"/>
            <a:r>
              <a:rPr lang="en-SE" b="1" dirty="0"/>
              <a:t>Jag (Odia)</a:t>
            </a:r>
            <a:r>
              <a:rPr lang="en-SE" dirty="0"/>
              <a:t> </a:t>
            </a:r>
            <a:r>
              <a:rPr lang="en-SE" dirty="0" err="1"/>
              <a:t>utvecklade</a:t>
            </a:r>
            <a:r>
              <a:rPr lang="en-SE" dirty="0"/>
              <a:t>:</a:t>
            </a:r>
          </a:p>
          <a:p>
            <a:pPr lvl="1"/>
            <a:r>
              <a:rPr lang="en-SE" dirty="0"/>
              <a:t>Boka‑</a:t>
            </a:r>
            <a:r>
              <a:rPr lang="en-SE" dirty="0" err="1"/>
              <a:t>sidan</a:t>
            </a:r>
            <a:endParaRPr lang="en-SE" dirty="0"/>
          </a:p>
          <a:p>
            <a:pPr lvl="0"/>
            <a:r>
              <a:rPr lang="en-SE" b="1" dirty="0"/>
              <a:t>Tugce</a:t>
            </a:r>
            <a:r>
              <a:rPr lang="en-SE" dirty="0"/>
              <a:t> </a:t>
            </a:r>
            <a:r>
              <a:rPr lang="en-SE" dirty="0" err="1"/>
              <a:t>utvecklade</a:t>
            </a:r>
            <a:r>
              <a:rPr lang="en-SE" dirty="0"/>
              <a:t>:</a:t>
            </a:r>
          </a:p>
          <a:p>
            <a:pPr lvl="1"/>
            <a:r>
              <a:rPr lang="en-SE" dirty="0"/>
              <a:t>Schema‑</a:t>
            </a:r>
            <a:r>
              <a:rPr lang="en-SE" dirty="0" err="1"/>
              <a:t>sidan</a:t>
            </a:r>
            <a:endParaRPr lang="en-SE" dirty="0"/>
          </a:p>
          <a:p>
            <a:r>
              <a:rPr lang="en-SE" dirty="0"/>
              <a:t>Alla </a:t>
            </a:r>
            <a:r>
              <a:rPr lang="en-SE" dirty="0" err="1"/>
              <a:t>levererade</a:t>
            </a:r>
            <a:r>
              <a:rPr lang="en-SE" dirty="0"/>
              <a:t> </a:t>
            </a:r>
            <a:r>
              <a:rPr lang="en-SE" dirty="0" err="1"/>
              <a:t>sina</a:t>
            </a:r>
            <a:r>
              <a:rPr lang="en-SE" dirty="0"/>
              <a:t> </a:t>
            </a:r>
            <a:r>
              <a:rPr lang="en-SE" dirty="0" err="1"/>
              <a:t>delar</a:t>
            </a:r>
            <a:r>
              <a:rPr lang="en-SE" dirty="0"/>
              <a:t> </a:t>
            </a:r>
            <a:r>
              <a:rPr lang="en-SE" dirty="0" err="1"/>
              <a:t>inom</a:t>
            </a:r>
            <a:r>
              <a:rPr lang="en-SE" dirty="0"/>
              <a:t> den </a:t>
            </a:r>
            <a:r>
              <a:rPr lang="en-SE" dirty="0" err="1"/>
              <a:t>överenskomna</a:t>
            </a:r>
            <a:r>
              <a:rPr lang="en-SE" dirty="0"/>
              <a:t> </a:t>
            </a:r>
            <a:r>
              <a:rPr lang="en-SE" dirty="0" err="1"/>
              <a:t>tidsramen</a:t>
            </a:r>
            <a:r>
              <a:rPr lang="en-SE" dirty="0"/>
              <a:t>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68206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AE91-9E4C-1248-FA11-EF1D3C97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C769-6C4B-2119-CC8D-BD7F52B8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Presentation &amp; </a:t>
            </a:r>
            <a:r>
              <a:rPr lang="en-SE" b="1" dirty="0" err="1"/>
              <a:t>dokumentation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6B7A-27E2-8640-6325-36E882B24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Vi </a:t>
            </a:r>
            <a:r>
              <a:rPr lang="en-SE" dirty="0" err="1"/>
              <a:t>skissade</a:t>
            </a:r>
            <a:r>
              <a:rPr lang="en-SE" dirty="0"/>
              <a:t> </a:t>
            </a:r>
            <a:r>
              <a:rPr lang="en-SE" dirty="0" err="1"/>
              <a:t>gemensamt</a:t>
            </a:r>
            <a:r>
              <a:rPr lang="en-SE" dirty="0"/>
              <a:t> </a:t>
            </a:r>
            <a:r>
              <a:rPr lang="en-SE" dirty="0" err="1"/>
              <a:t>på</a:t>
            </a:r>
            <a:r>
              <a:rPr lang="en-SE" dirty="0"/>
              <a:t> </a:t>
            </a:r>
            <a:r>
              <a:rPr lang="en-SE" dirty="0" err="1"/>
              <a:t>presentationen</a:t>
            </a:r>
            <a:r>
              <a:rPr lang="en-SE" dirty="0"/>
              <a:t> </a:t>
            </a:r>
            <a:r>
              <a:rPr lang="en-SE" dirty="0" err="1"/>
              <a:t>där</a:t>
            </a:r>
            <a:r>
              <a:rPr lang="en-SE" dirty="0"/>
              <a:t> </a:t>
            </a:r>
            <a:r>
              <a:rPr lang="en-SE" dirty="0" err="1"/>
              <a:t>varje</a:t>
            </a:r>
            <a:r>
              <a:rPr lang="en-SE" dirty="0"/>
              <a:t> person </a:t>
            </a:r>
            <a:r>
              <a:rPr lang="en-SE" dirty="0" err="1"/>
              <a:t>presenterar</a:t>
            </a:r>
            <a:r>
              <a:rPr lang="en-SE" dirty="0"/>
              <a:t> </a:t>
            </a:r>
            <a:r>
              <a:rPr lang="en-SE" dirty="0" err="1"/>
              <a:t>sitt</a:t>
            </a:r>
            <a:r>
              <a:rPr lang="en-SE" dirty="0"/>
              <a:t> </a:t>
            </a:r>
            <a:r>
              <a:rPr lang="en-SE" dirty="0" err="1"/>
              <a:t>eget</a:t>
            </a:r>
            <a:r>
              <a:rPr lang="en-SE" dirty="0"/>
              <a:t> </a:t>
            </a:r>
            <a:r>
              <a:rPr lang="en-SE" dirty="0" err="1"/>
              <a:t>område</a:t>
            </a:r>
            <a:r>
              <a:rPr lang="en-SE" dirty="0"/>
              <a:t>. </a:t>
            </a:r>
            <a:r>
              <a:rPr lang="en-SE" dirty="0" err="1"/>
              <a:t>Utöver</a:t>
            </a:r>
            <a:r>
              <a:rPr lang="en-SE" dirty="0"/>
              <a:t> </a:t>
            </a:r>
            <a:r>
              <a:rPr lang="en-SE" dirty="0" err="1"/>
              <a:t>detta</a:t>
            </a:r>
            <a:r>
              <a:rPr lang="en-SE" dirty="0"/>
              <a:t> tog jag </a:t>
            </a:r>
            <a:r>
              <a:rPr lang="en-SE" dirty="0" err="1"/>
              <a:t>fram</a:t>
            </a:r>
            <a:r>
              <a:rPr lang="en-SE" dirty="0"/>
              <a:t> den </a:t>
            </a:r>
            <a:r>
              <a:rPr lang="en-SE" b="1" dirty="0" err="1"/>
              <a:t>övergripande</a:t>
            </a:r>
            <a:r>
              <a:rPr lang="en-SE" b="1" dirty="0"/>
              <a:t> </a:t>
            </a:r>
            <a:r>
              <a:rPr lang="en-SE" b="1" dirty="0" err="1"/>
              <a:t>presentationen</a:t>
            </a:r>
            <a:r>
              <a:rPr lang="en-SE" dirty="0"/>
              <a:t> </a:t>
            </a:r>
            <a:r>
              <a:rPr lang="en-SE" dirty="0" err="1"/>
              <a:t>som</a:t>
            </a:r>
            <a:r>
              <a:rPr lang="en-SE" dirty="0"/>
              <a:t> </a:t>
            </a:r>
            <a:r>
              <a:rPr lang="en-SE" dirty="0" err="1"/>
              <a:t>beskriver</a:t>
            </a:r>
            <a:r>
              <a:rPr lang="en-SE" dirty="0"/>
              <a:t> </a:t>
            </a:r>
            <a:r>
              <a:rPr lang="en-SE" dirty="0" err="1"/>
              <a:t>vårt</a:t>
            </a:r>
            <a:r>
              <a:rPr lang="en-SE" dirty="0"/>
              <a:t> </a:t>
            </a:r>
            <a:r>
              <a:rPr lang="en-SE" dirty="0" err="1"/>
              <a:t>arbetssätt</a:t>
            </a:r>
            <a:r>
              <a:rPr lang="en-SE" dirty="0"/>
              <a:t>, </a:t>
            </a:r>
            <a:r>
              <a:rPr lang="en-SE" dirty="0" err="1"/>
              <a:t>struktur</a:t>
            </a:r>
            <a:r>
              <a:rPr lang="en-SE" dirty="0"/>
              <a:t>, branch‑</a:t>
            </a:r>
            <a:r>
              <a:rPr lang="en-SE" dirty="0" err="1"/>
              <a:t>hantering</a:t>
            </a:r>
            <a:r>
              <a:rPr lang="en-SE" dirty="0"/>
              <a:t> och </a:t>
            </a:r>
            <a:r>
              <a:rPr lang="en-SE" dirty="0" err="1"/>
              <a:t>hur</a:t>
            </a:r>
            <a:r>
              <a:rPr lang="en-SE" dirty="0"/>
              <a:t> vi </a:t>
            </a:r>
            <a:r>
              <a:rPr lang="en-SE" dirty="0" err="1"/>
              <a:t>organiserade</a:t>
            </a:r>
            <a:r>
              <a:rPr lang="en-SE" dirty="0"/>
              <a:t> </a:t>
            </a:r>
            <a:r>
              <a:rPr lang="en-SE" dirty="0" err="1"/>
              <a:t>projektet</a:t>
            </a:r>
            <a:r>
              <a:rPr lang="en-SE" dirty="0"/>
              <a:t>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62318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D83B-B184-F87F-A1A6-3E7158AD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3666-163D-8478-B38B-AA52B1CC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 err="1"/>
              <a:t>Tekniska</a:t>
            </a:r>
            <a:r>
              <a:rPr lang="en-SE" b="1" dirty="0"/>
              <a:t> </a:t>
            </a:r>
            <a:r>
              <a:rPr lang="en-SE" b="1" dirty="0" err="1"/>
              <a:t>detaljer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C44E-39DF-5BDC-9D40-DA4A96706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Mer </a:t>
            </a:r>
            <a:r>
              <a:rPr lang="en-SE" dirty="0" err="1"/>
              <a:t>tekniska</a:t>
            </a:r>
            <a:r>
              <a:rPr lang="en-SE" dirty="0"/>
              <a:t> </a:t>
            </a:r>
            <a:r>
              <a:rPr lang="en-SE" dirty="0" err="1"/>
              <a:t>specifikationer</a:t>
            </a:r>
            <a:r>
              <a:rPr lang="en-SE" dirty="0"/>
              <a:t> — </a:t>
            </a:r>
            <a:r>
              <a:rPr lang="en-SE" dirty="0" err="1"/>
              <a:t>såsom</a:t>
            </a:r>
            <a:r>
              <a:rPr lang="en-SE" dirty="0"/>
              <a:t> </a:t>
            </a:r>
            <a:r>
              <a:rPr lang="en-SE" dirty="0" err="1"/>
              <a:t>layoutval</a:t>
            </a:r>
            <a:r>
              <a:rPr lang="en-SE" dirty="0"/>
              <a:t>, CSS‑</a:t>
            </a:r>
            <a:r>
              <a:rPr lang="en-SE" dirty="0" err="1"/>
              <a:t>struktur</a:t>
            </a:r>
            <a:r>
              <a:rPr lang="en-SE" dirty="0"/>
              <a:t>, </a:t>
            </a:r>
            <a:r>
              <a:rPr lang="en-SE" dirty="0" err="1"/>
              <a:t>responsivitet</a:t>
            </a:r>
            <a:r>
              <a:rPr lang="en-SE" dirty="0"/>
              <a:t>, </a:t>
            </a:r>
            <a:r>
              <a:rPr lang="en-SE" dirty="0" err="1"/>
              <a:t>filstruktur</a:t>
            </a:r>
            <a:r>
              <a:rPr lang="en-SE" dirty="0"/>
              <a:t> och Git‑workflow — </a:t>
            </a:r>
            <a:r>
              <a:rPr lang="en-SE" dirty="0" err="1"/>
              <a:t>kommer</a:t>
            </a:r>
            <a:r>
              <a:rPr lang="en-SE" dirty="0"/>
              <a:t> vi </a:t>
            </a:r>
            <a:r>
              <a:rPr lang="en-SE" dirty="0" err="1"/>
              <a:t>att</a:t>
            </a:r>
            <a:r>
              <a:rPr lang="en-SE" dirty="0"/>
              <a:t> </a:t>
            </a:r>
            <a:r>
              <a:rPr lang="en-SE" dirty="0" err="1"/>
              <a:t>gå</a:t>
            </a:r>
            <a:r>
              <a:rPr lang="en-SE" dirty="0"/>
              <a:t> </a:t>
            </a:r>
            <a:r>
              <a:rPr lang="en-SE" dirty="0" err="1"/>
              <a:t>igenom</a:t>
            </a:r>
            <a:r>
              <a:rPr lang="en-SE" dirty="0"/>
              <a:t> </a:t>
            </a:r>
            <a:r>
              <a:rPr lang="en-SE" dirty="0" err="1"/>
              <a:t>i</a:t>
            </a:r>
            <a:r>
              <a:rPr lang="en-SE" dirty="0"/>
              <a:t> </a:t>
            </a:r>
            <a:r>
              <a:rPr lang="en-SE" dirty="0" err="1"/>
              <a:t>respektive</a:t>
            </a:r>
            <a:r>
              <a:rPr lang="en-SE" dirty="0"/>
              <a:t> del av </a:t>
            </a:r>
            <a:r>
              <a:rPr lang="en-SE" dirty="0" err="1"/>
              <a:t>presentationen</a:t>
            </a:r>
            <a:r>
              <a:rPr lang="en-SE" dirty="0"/>
              <a:t>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54970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198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Versionshantering &amp; arbetsstruktur</vt:lpstr>
      <vt:lpstr>Fördelning av arbetsområden</vt:lpstr>
      <vt:lpstr>Presentation &amp; dokumentation</vt:lpstr>
      <vt:lpstr>Tekniska detaljer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Dogon Sirius</dc:creator>
  <cp:lastModifiedBy>Dogon Sirius</cp:lastModifiedBy>
  <cp:revision>8</cp:revision>
  <dcterms:created xsi:type="dcterms:W3CDTF">2026-09-16T13:45:48Z</dcterms:created>
  <dcterms:modified xsi:type="dcterms:W3CDTF">2026-09-16T13:50:28Z</dcterms:modified>
</cp:coreProperties>
</file>